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pagi/siang Bapak/Ibu dosen penguji/pembimbing. Perkenalkan, nama saya Arjuna Gunatama Sihombing. Pada kesempatan ini, saya akan mempresentasikan hasil kerja praktik saya yang berjudul 'Perancangan dan Implementasi Sistem ERP Sederhana Berbasis Web sebagai Prototype Pendukung Proses Bisnis Perusahaan'.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Latar belakang dari proyek ini berawal dari kebutuhan perusahaan akan sistem yang terintegrasi. Saat ini, beberapa proses bisnis datanya masih tersebar sehingga sulit untuk dimonitoring secara menyeluruh. Oleh karena itu, saya merancang sebuah prototype Sistem ERP berbasis web yang dilengkapi dengan dashboard pemantauan kinerja.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utama proyek ini adalah membangun purwarupa (prototype) sistem ERP yang berjalan dengan baik, khususnya pada fitur pemantauan (monitoring). Dengan adanya prototype ini, perusahaan mendapatkan gambaran nyata mengenai integrasi data, dan bagi saya pribadi, ini adalah pengalaman yang sangat berharga dalam menerapkan teori perancangan perangkat lunak.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Dalam pengembangan sistem ini, saya menggunakan metode RAD atau Rapid Application Development. Alasan pemilihannya adalah karena metode ini sangat cocok untuk pengembangan prototype. RAD memungkinkan siklus kerja yang iteratif dan cepat, sehingga aplikasi berkembang tepat sasaran sesuai masukan.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tahap koding, sistem dirancang secara matang. Use Case Diagram untuk memetakan aktor. Activity Diagram dengan format swimlanes digunakan untuk alur kerja. Sedangkan ERD digunakan untuk memastikan struktur database seperti data karyawan sudah optimal.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ini dibangun menggunakan framework Laravel yang handal. Beberapa fitur utama yang berhasil dibuat antara lain sistem otentikasi dengan pembagian hak akses (RBAC), serta manajemen data karyawan.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adalah fitur unggulan, yaitu Dashboard Pemantauan Administratif. Tujuannya merangkum data kompleks menjadi visual yang mudah dipahami. Mulai dari melihat tren mingguan hingga daftar peringkat performa karyawan. Sangat membantu manajer memonitor produktivitas secara real-time.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Sebagai kesimpulan, kerja praktik ini telah berhasil mencapai tujuannya, yaitu menghasilkan prototype sistem ERP yang fungsional. Penggunaan RAD terbukti efektif. Dashboard yang dibangun juga sudah bisa memvisualisasikan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Saran pengembangan ke depannya adalah penambahan modul-modul lain sehingga sistem ERP ini menjadi lebih lengkap. Selain itu, diperlukan uji coba lanjutan (UAT) kepada seluruh staf terkait agar sistem benar-benar siap untuk tahap produksi.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Sekian presentasi dari saya terkait Laporan Kerja Praktik ini. Terima kasih atas perhatian Bapak/Ibu sekalian. Selanjutnya, saya kembalikan kepada moderator atau saya persilakan jika ada pertanyaan.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Perancangan dan Implementasi Sistem ERP Sederhana Berbasis Web sebagai Prototype</a:t>
            </a:r>
          </a:p>
        </p:txBody>
      </p:sp>
      <p:sp>
        <p:nvSpPr>
          <p:cNvPr id="3" name="Subtitle 2"/>
          <p:cNvSpPr>
            <a:spLocks noGrp="1"/>
          </p:cNvSpPr>
          <p:nvPr>
            <p:ph type="subTitle" idx="1"/>
          </p:nvPr>
        </p:nvSpPr>
        <p:spPr/>
        <p:txBody>
          <a:bodyPr/>
          <a:lstStyle/>
          <a:p>
            <a:r>
              <a:t>Laporan Kerja Praktik</a:t>
            </a:r>
          </a:p>
          <a:p>
            <a:r>
              <a:t>Oleh: Arjuna Gunatama Sihombing (2317051085)</a:t>
            </a:r>
          </a:p>
          <a:p>
            <a:r>
              <a:t>Jurusan Ilmu Komputer, Universitas Lampung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Latar Belakang Masalah</a:t>
            </a:r>
          </a:p>
        </p:txBody>
      </p:sp>
      <p:sp>
        <p:nvSpPr>
          <p:cNvPr id="3" name="Content Placeholder 2"/>
          <p:cNvSpPr>
            <a:spLocks noGrp="1"/>
          </p:cNvSpPr>
          <p:nvPr>
            <p:ph idx="1"/>
          </p:nvPr>
        </p:nvSpPr>
        <p:spPr/>
        <p:txBody>
          <a:bodyPr/>
          <a:lstStyle/>
          <a:p>
            <a:r>
              <a:t>Kebutuhan akan sistem terintegrasi (ERP) untuk mendukung proses bisnis.</a:t>
            </a:r>
          </a:p>
          <a:p>
            <a:pPr/>
            <a:r>
              <a:t>Pengelolaan data dan pemantauan kinerja masih terpencar atau manual.</a:t>
            </a:r>
          </a:p>
          <a:p>
            <a:pPr/>
            <a:r>
              <a:t>Kebutuhan dashboard monitoring terpusat untuk keputusan real-time.</a:t>
            </a:r>
          </a:p>
          <a:p>
            <a:pPr/>
            <a:r>
              <a:t>Solusi: Pengembangan prototype sistem ERP berbasis web.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Tujuan &amp; Manfaat</a:t>
            </a:r>
          </a:p>
        </p:txBody>
      </p:sp>
      <p:sp>
        <p:nvSpPr>
          <p:cNvPr id="3" name="Content Placeholder 2"/>
          <p:cNvSpPr>
            <a:spLocks noGrp="1"/>
          </p:cNvSpPr>
          <p:nvPr>
            <p:ph idx="1"/>
          </p:nvPr>
        </p:nvSpPr>
        <p:spPr/>
        <p:txBody>
          <a:bodyPr/>
          <a:lstStyle/>
          <a:p>
            <a:r>
              <a:t>Tujuan: Membangun prototype ERP fungsional dan fitur dashboard.</a:t>
            </a:r>
          </a:p>
          <a:p>
            <a:pPr/>
            <a:r>
              <a:t>Tujuan: Mengaplikasikan metodologi RAD dalam dunia industri.</a:t>
            </a:r>
          </a:p>
          <a:p>
            <a:pPr/>
            <a:r>
              <a:t>Manfaat Perusahaan: Mendapatkan model pengelolaan data terpusat.</a:t>
            </a:r>
          </a:p>
          <a:p>
            <a:pPr/>
            <a:r>
              <a:t>Manfaat Mahasiswa: Pengalaman nyata dalam pengembangan full-stack.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Metodologi Pengembangan (RAD)</a:t>
            </a:r>
          </a:p>
        </p:txBody>
      </p:sp>
      <p:sp>
        <p:nvSpPr>
          <p:cNvPr id="3" name="Content Placeholder 2"/>
          <p:cNvSpPr>
            <a:spLocks noGrp="1"/>
          </p:cNvSpPr>
          <p:nvPr>
            <p:ph idx="1"/>
          </p:nvPr>
        </p:nvSpPr>
        <p:spPr/>
        <p:txBody>
          <a:bodyPr/>
          <a:lstStyle/>
          <a:p>
            <a:r>
              <a:t>Menggunakan Metode: Rapid Application Development (RAD).</a:t>
            </a:r>
          </a:p>
          <a:p>
            <a:pPr/>
            <a:r>
              <a:t>Karakteristik: Iteratif, Cepat, dan Fleksibel.</a:t>
            </a:r>
          </a:p>
          <a:p>
            <a:pPr/>
            <a:r>
              <a:t>Keterlibatan Pengguna: Menerima feedback secara langsung di setiap iterasi.</a:t>
            </a:r>
          </a:p>
          <a:p>
            <a:pPr/>
            <a:r>
              <a:t>Tahapan: Requirement Planning -&gt; User Design -&gt; Construction -&gt; Cutover.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Analisis &amp; Perancangan Sistem</a:t>
            </a:r>
          </a:p>
        </p:txBody>
      </p:sp>
      <p:sp>
        <p:nvSpPr>
          <p:cNvPr id="3" name="Content Placeholder 2"/>
          <p:cNvSpPr>
            <a:spLocks noGrp="1"/>
          </p:cNvSpPr>
          <p:nvPr>
            <p:ph idx="1"/>
          </p:nvPr>
        </p:nvSpPr>
        <p:spPr/>
        <p:txBody>
          <a:bodyPr/>
          <a:lstStyle/>
          <a:p>
            <a:r>
              <a:t>Use Case Diagram: Memetakan pengguna (Admin, User) beserta hak akses.</a:t>
            </a:r>
          </a:p>
          <a:p>
            <a:pPr/>
            <a:r>
              <a:t>Activity Diagram (Swimlanes): Menggambarkan alur kerja rinci antar divisi.</a:t>
            </a:r>
          </a:p>
          <a:p>
            <a:pPr/>
            <a:r>
              <a:t>Entity Relationship Diagram (ERD): Mengatur struktur dan relasi database.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Implementasi Sistem</a:t>
            </a:r>
          </a:p>
        </p:txBody>
      </p:sp>
      <p:sp>
        <p:nvSpPr>
          <p:cNvPr id="3" name="Content Placeholder 2"/>
          <p:cNvSpPr>
            <a:spLocks noGrp="1"/>
          </p:cNvSpPr>
          <p:nvPr>
            <p:ph idx="1"/>
          </p:nvPr>
        </p:nvSpPr>
        <p:spPr/>
        <p:txBody>
          <a:bodyPr/>
          <a:lstStyle/>
          <a:p>
            <a:r>
              <a:t>Teknologi Backend &amp; Frontend: Framework Laravel (PHP).</a:t>
            </a:r>
          </a:p>
          <a:p>
            <a:pPr/>
            <a:r>
              <a:t>Teknologi Database: MySQL.</a:t>
            </a:r>
          </a:p>
          <a:p>
            <a:pPr/>
            <a:r>
              <a:t>Visualisasi Data: Library Chart.js / D3.js.</a:t>
            </a:r>
          </a:p>
          <a:p>
            <a:pPr/>
            <a:r>
              <a:t>Fitur Utama: Otentikasi aman, Role-Based Access Control (RBAC), Manajemen Data Karyawan.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Highlight Fitur: Monitoring Dashboard</a:t>
            </a:r>
          </a:p>
        </p:txBody>
      </p:sp>
      <p:sp>
        <p:nvSpPr>
          <p:cNvPr id="3" name="Content Placeholder 2"/>
          <p:cNvSpPr>
            <a:spLocks noGrp="1"/>
          </p:cNvSpPr>
          <p:nvPr>
            <p:ph idx="1"/>
          </p:nvPr>
        </p:nvSpPr>
        <p:spPr/>
        <p:txBody>
          <a:bodyPr/>
          <a:lstStyle/>
          <a:p>
            <a:r>
              <a:t>Visualisasi Data Real-time menggunakan grafik.</a:t>
            </a:r>
          </a:p>
          <a:p>
            <a:pPr/>
            <a:r>
              <a:t>Weekly Trends: Grafik garis untuk tren aktivitas mingguan.</a:t>
            </a:r>
          </a:p>
          <a:p>
            <a:pPr/>
            <a:r>
              <a:t>Status Doughnut: Persentase status pekerjaan berjalan.</a:t>
            </a:r>
          </a:p>
          <a:p>
            <a:pPr/>
            <a:r>
              <a:t>Top Performers: Peringkat karyawan dengan performa terbaik.</a:t>
            </a:r>
          </a:p>
          <a:p>
            <a:pPr/>
            <a:r>
              <a:t>Activity Heatmap: Menampilkan distribusi intensitas aktivitas.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Kesimpulan</a:t>
            </a:r>
          </a:p>
        </p:txBody>
      </p:sp>
      <p:sp>
        <p:nvSpPr>
          <p:cNvPr id="3" name="Content Placeholder 2"/>
          <p:cNvSpPr>
            <a:spLocks noGrp="1"/>
          </p:cNvSpPr>
          <p:nvPr>
            <p:ph idx="1"/>
          </p:nvPr>
        </p:nvSpPr>
        <p:spPr/>
        <p:txBody>
          <a:bodyPr/>
          <a:lstStyle/>
          <a:p>
            <a:r>
              <a:t>Prototype ERP berhasil dibangun sesuai kebutuhan menggunakan metode RAD.</a:t>
            </a:r>
          </a:p>
          <a:p>
            <a:pPr/>
            <a:r>
              <a:t>Dokumentasi teknis (UML, ERD) berhasil diselesaikan dan mendukung sistem.</a:t>
            </a:r>
          </a:p>
          <a:p>
            <a:pPr/>
            <a:r>
              <a:t>Sistem mampu memvisualisasikan data kinerja secara dinamis untuk manajemen.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Saran &amp; Pengembangan Lanjutan</a:t>
            </a:r>
          </a:p>
        </p:txBody>
      </p:sp>
      <p:sp>
        <p:nvSpPr>
          <p:cNvPr id="3" name="Content Placeholder 2"/>
          <p:cNvSpPr>
            <a:spLocks noGrp="1"/>
          </p:cNvSpPr>
          <p:nvPr>
            <p:ph idx="1"/>
          </p:nvPr>
        </p:nvSpPr>
        <p:spPr/>
        <p:txBody>
          <a:bodyPr/>
          <a:lstStyle/>
          <a:p>
            <a:r>
              <a:t>Pengembangan Modul: Menambah modul Keuangan, HRD, dan Inventory.</a:t>
            </a:r>
          </a:p>
          <a:p>
            <a:pPr/>
            <a:r>
              <a:t>Peningkatan Infrastruktur: Optimasi database dan implementasi caching.</a:t>
            </a:r>
          </a:p>
          <a:p>
            <a:pPr/>
            <a:r>
              <a:t>Pengujian Lanjutan (UAT): Pengujian terhadap pengguna skala luas.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Terima Kasih</a:t>
            </a:r>
          </a:p>
        </p:txBody>
      </p:sp>
      <p:sp>
        <p:nvSpPr>
          <p:cNvPr id="3" name="Subtitle 2"/>
          <p:cNvSpPr>
            <a:spLocks noGrp="1"/>
          </p:cNvSpPr>
          <p:nvPr>
            <p:ph type="subTitle" idx="1"/>
          </p:nvPr>
        </p:nvSpPr>
        <p:spPr/>
        <p:txBody>
          <a:bodyPr/>
          <a:lstStyle/>
          <a:p>
            <a:r>
              <a:t>Sesi Tanya Jawab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